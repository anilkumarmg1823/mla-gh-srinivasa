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01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Payment Plan — What to Buy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D700"/>
                </a:solidFill>
                <a:latin typeface="Calibri"/>
              </a:rPr>
              <a:t>Pay now (setup / deploy)  →  Then monthly  →  6-month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Kudligi MLA Digital Portal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D700"/>
                </a:solidFill>
                <a:latin typeface="Calibri"/>
              </a:rPr>
              <a:t>Infrastructure purchase estimates (INR) — for client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AWS — Tier to purchase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700"/>
                </a:solidFill>
                <a:latin typeface="Calibri"/>
              </a:rPr>
              <a:t>Small DB + file storage for uploads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66928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02920"/>
          </a:xfrm>
          <a:prstGeom prst="rect">
            <a:avLst/>
          </a:prstGeom>
          <a:solidFill>
            <a:srgbClr val="001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D700"/>
                </a:solidFill>
                <a:latin typeface="Calibri"/>
              </a:rPr>
              <a:t>RDS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Tier: db.t3.micro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Storage: 20 GB (start)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Later if needed: t3.small + 50 GB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Monthly after free: ≈ ₹1,300 – ₹2,200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With free tier / credits: often ~₹0 first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48640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1438"/>
                </a:solidFill>
                <a:latin typeface="Calibri"/>
              </a:rPr>
              <a:t>S3 Files (uploads)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Plan: 50 GB → 100 GB Year 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50 GB ≈ ₹40 – ₹100 / month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100 GB ≈ ₹200 / month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API host (Railway/VPS): ≈ ₹400 – ₹1,300 / month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AWS total typical: ≈ ₹2,000 – ₹4,500 / month after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Kudligi MLA Portal — Setup now + Monthly + 6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Pay NOW — Setup / go-live purchase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700"/>
                </a:solidFill>
                <a:latin typeface="Calibri"/>
              </a:rPr>
              <a:t>One-time amount to start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Client can give this amount now for instant deploy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12471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D56"/>
                </a:solidFill>
                <a:latin typeface="Calibri"/>
              </a:rPr>
              <a:t>Domain (.in / .com) — 1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₹700 – ₹1,500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112471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D56"/>
                </a:solidFill>
                <a:latin typeface="Calibri"/>
              </a:rPr>
              <a:t>Fast2SMS wallet top-up (OTP start)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₹1,000 – ₹2,000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2471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D56"/>
                </a:solidFill>
                <a:latin typeface="Calibri"/>
              </a:rPr>
              <a:t>DLT / OTP template (if needed)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46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₹0 – ₹1,000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60"/>
            <a:ext cx="112471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D56"/>
                </a:solidFill>
                <a:latin typeface="Calibri"/>
              </a:rPr>
              <a:t>First AWS / hosting month (or free-tier ≈ ₹0)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₹0 – ₹3,000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112471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D56"/>
                </a:solidFill>
                <a:latin typeface="Calibri"/>
              </a:rPr>
              <a:t>Deploy / install setup (go-live work)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₹5,000 – ₹15,000*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*Deploy/install = one-time setup to put website + API live (not monthly). Adjust as per your quote.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1D56"/>
                </a:solidFill>
                <a:latin typeface="Calibri"/>
              </a:rPr>
              <a:t>PAY NOW TOTAL (typical):  ≈ ₹7,000 – ₹22,000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Kudligi MLA Portal — Setup now + Monthly + 6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Then MONTHLY — after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700"/>
                </a:solidFill>
                <a:latin typeface="Calibri"/>
              </a:rPr>
              <a:t>Recurring charges every month (lower than setup)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66928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1438"/>
                </a:solidFill>
                <a:latin typeface="Calibri"/>
              </a:rPr>
              <a:t>Months 1–3 (free tier / soft)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AWS: ≈ ₹0 – ₹2,000 (credits / free)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Fast2SMS OTP: ≈ ₹500 – ₹1,200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AI posters (optional): ₹0 – ₹500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MONTHLY ≈ ₹500 – ₹3,500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48640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502920"/>
          </a:xfrm>
          <a:prstGeom prst="rect">
            <a:avLst/>
          </a:prstGeom>
          <a:solidFill>
            <a:srgbClr val="001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00"/>
                </a:solidFill>
                <a:latin typeface="Calibri"/>
              </a:rPr>
              <a:t>Normal production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AWS RDS + S3 + API: ≈ ₹2,500 – ₹6,000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Fast2SMS OTP: ≈ ₹500 – ₹1,200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AI (optional): ≈ ₹100 – ₹500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MONTHLY ≈ ₹3,000 – ₹8,000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Kudligi MLA Portal — Setup now + Monthly + 6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Other purchases (quick)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700"/>
                </a:solidFill>
                <a:latin typeface="Calibri"/>
              </a:rPr>
              <a:t>SMS · Domain · Optional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1D56"/>
                </a:solidFill>
                <a:latin typeface="Calibri"/>
              </a:rPr>
              <a:t>Fast2SMS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₹0.25 / OTP (+GST)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74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100 users ≈ ₹550 /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106424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09728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1D56"/>
                </a:solidFill>
                <a:latin typeface="Calibri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₹700 – ₹1,500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Buy once at 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06424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09728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1D56"/>
                </a:solidFill>
                <a:latin typeface="Calibri"/>
              </a:rPr>
              <a:t>AI posters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34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Grok ≈ ₹2 / poster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434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1438"/>
                </a:solidFill>
                <a:latin typeface="Calibri"/>
              </a:rPr>
              <a:t>50 posters ≈ ₹85 – ₹500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Kudligi MLA Portal — Setup now + Monthly + 6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TOTAL — Now + Monthly + 6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700"/>
                </a:solidFill>
                <a:latin typeface="Calibri"/>
              </a:rPr>
              <a:t>Simple numbers to tell the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3657600" cy="3291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1438"/>
                </a:solidFill>
                <a:latin typeface="Calibri"/>
              </a:rPr>
              <a:t>PAY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Setup /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1D56"/>
                </a:solidFill>
                <a:latin typeface="Calibri"/>
              </a:rPr>
              <a:t>≈ ₹7,000 – ₹22,000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Domain + SMS wallet + first month + deploy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3291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640080"/>
          </a:xfrm>
          <a:prstGeom prst="rect">
            <a:avLst/>
          </a:prstGeom>
          <a:solidFill>
            <a:srgbClr val="001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00"/>
                </a:solidFill>
                <a:latin typeface="Calibri"/>
              </a:rPr>
              <a:t>EVERY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After 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1D56"/>
                </a:solidFill>
                <a:latin typeface="Calibri"/>
              </a:rPr>
              <a:t>≈ ₹3,000 – ₹8,000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AWS + OTP (+ AI if used). Soft months can be less.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657600" cy="3291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657600" cy="64008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00"/>
                </a:solidFill>
                <a:latin typeface="Calibri"/>
              </a:rPr>
              <a:t>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Now + 6 months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1D56"/>
                </a:solidFill>
                <a:latin typeface="Calibri"/>
              </a:rPr>
              <a:t>≈ ₹25,000 – ₹70,000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74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Pay now + ~6 × monthly (see note below)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11430000" cy="1234440"/>
          </a:xfrm>
          <a:prstGeom prst="rect">
            <a:avLst/>
          </a:prstGeom>
          <a:solidFill>
            <a:srgbClr val="00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00"/>
                </a:solidFill>
                <a:latin typeface="Calibri"/>
              </a:rPr>
              <a:t>Example mid-range: Pay now ₹12,000 + (₹5,000 × 6) = ≈ ₹42,000 for 6 months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Soft launch first 2–3 months can be cheaper if AWS free tier / credits are still active.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Kudligi MLA Portal — Setup now + Monthly + 6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